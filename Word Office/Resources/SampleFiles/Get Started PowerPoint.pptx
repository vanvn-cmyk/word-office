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Proposal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3796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0"/>
            <a:ext cx="4144975" cy="6537960"/>
          </a:xfrm>
          <a:prstGeom prst="rect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4300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Proposal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58952" y="18288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57087"/>
                </a:solidFill>
              </a:rPr>
              <a:t>A simple starting point for a client conversation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58952" y="260604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" y="2679192"/>
            <a:ext cx="1307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E79"/>
                </a:solidFill>
              </a:rPr>
              <a:t>CLIENT MEETING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68096" y="32461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</a:rPr>
              <a:t>Northstar Retail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8096" y="36850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8191"/>
                </a:solidFill>
              </a:rPr>
              <a:t>Prepared by Commercial Team • September 2026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641080" y="1417320"/>
            <a:ext cx="2423160" cy="37947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5240">
            <a:solidFill>
              <a:srgbClr val="D9E6F0"/>
            </a:solidFill>
            <a:prstDash val="solid"/>
          </a:ln>
          <a:effectLst>
            <a:outerShdw sx="100000" sy="100000" kx="0" ky="0" algn="bl" rotWithShape="0" blurRad="12700" dist="50800" dir="2700000">
              <a:srgbClr val="AAB9C7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006840" y="20574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4E79"/>
                </a:solidFill>
              </a:rPr>
              <a:t>GROWTH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F4E79"/>
                </a:solidFill>
              </a:rPr>
              <a:t>PLAN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9144000" y="3794760"/>
            <a:ext cx="1417320" cy="502920"/>
          </a:xfrm>
          <a:prstGeom prst="chevron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00032" y="389534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NEXT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STEPS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with the business goal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conversation focused on outcomes, not features.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1056132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562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75B5"/>
                </a:solidFill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36192" y="17556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Grow revenue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86200" y="1746504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184"/>
                </a:solidFill>
              </a:rPr>
              <a:t>Create more qualified opportunities in priority customer segments.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953512"/>
            <a:ext cx="1056132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20954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75B5"/>
                </a:solidFill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36192" y="3108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Improve conversion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86200" y="3099816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184"/>
                </a:solidFill>
              </a:rPr>
              <a:t>Make it easier for prospects to move from interest to decision.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4306824"/>
            <a:ext cx="1056132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56285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75B5"/>
                </a:solidFill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36192" y="44622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Simplify execution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86200" y="445312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184"/>
                </a:solidFill>
              </a:rPr>
              <a:t>Give the commercial team a clear process and practical tools.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approach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simple workstreams that a business team can act on immediately.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572768"/>
            <a:ext cx="3246120" cy="397764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562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75B5"/>
                </a:solidFill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22677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</a:rPr>
              <a:t>Opportunity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8346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184"/>
                </a:solidFill>
              </a:rPr>
              <a:t>Prioritize the right customers and use cases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60120" y="4709160"/>
            <a:ext cx="2194560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4984" y="4782312"/>
            <a:ext cx="20848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E79"/>
                </a:solidFill>
              </a:rPr>
              <a:t>More focused pipeline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389120" y="1572768"/>
            <a:ext cx="3246120" cy="397764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8562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75B5"/>
                </a:solidFill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22677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</a:rPr>
              <a:t>Enablement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28346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184"/>
                </a:solidFill>
              </a:rPr>
              <a:t>Standardize messaging, proposals and follow-up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4709160"/>
            <a:ext cx="2194560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18304" y="4782312"/>
            <a:ext cx="20848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E79"/>
                </a:solidFill>
              </a:rPr>
              <a:t>Faster deal progression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092440" y="1572768"/>
            <a:ext cx="3246120" cy="397764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18562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75B5"/>
                </a:solidFill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66760" y="22677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</a:rPr>
              <a:t>Performance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66760" y="28346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184"/>
                </a:solidFill>
              </a:rPr>
              <a:t>Review activity and commercial results monthly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366760" y="4709160"/>
            <a:ext cx="2194560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21624" y="4782312"/>
            <a:ext cx="20848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E79"/>
                </a:solidFill>
              </a:rPr>
              <a:t>Better decisions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success could look like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these as conversation starters; replace them with your own targets.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233172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05256" y="1828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8093"/>
                </a:solidFill>
              </a:rPr>
              <a:t>Pipeline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05256" y="22677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+$150K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05256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184"/>
                </a:solidFill>
              </a:rPr>
              <a:t>qualified opportunity value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74720" y="1600200"/>
            <a:ext cx="2331720" cy="1920240"/>
          </a:xfrm>
          <a:prstGeom prst="roundRect">
            <a:avLst>
              <a:gd name="adj" fmla="val 2857"/>
            </a:avLst>
          </a:prstGeom>
          <a:solidFill>
            <a:srgbClr val="F1F6FA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94176" y="1828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8093"/>
                </a:solidFill>
              </a:rPr>
              <a:t>Conversion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94176" y="22677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+15%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94176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184"/>
                </a:solidFill>
              </a:rPr>
              <a:t>improvement in close rate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63640" y="1600200"/>
            <a:ext cx="233172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3096" y="1828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8093"/>
                </a:solidFill>
              </a:rPr>
              <a:t>Cycle time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83096" y="22677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-20%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83096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184"/>
                </a:solidFill>
              </a:rPr>
              <a:t>faster path to decision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52560" y="1600200"/>
            <a:ext cx="2331720" cy="1920240"/>
          </a:xfrm>
          <a:prstGeom prst="roundRect">
            <a:avLst>
              <a:gd name="adj" fmla="val 2857"/>
            </a:avLst>
          </a:prstGeom>
          <a:solidFill>
            <a:srgbClr val="F1F6FA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72016" y="1828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8093"/>
                </a:solidFill>
              </a:rPr>
              <a:t>Visibility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272016" y="22677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1 view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272016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184"/>
                </a:solidFill>
              </a:rPr>
              <a:t>shared commercial dashboard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5800" y="3977640"/>
            <a:ext cx="10561320" cy="1371600"/>
          </a:xfrm>
          <a:prstGeom prst="roundRect">
            <a:avLst>
              <a:gd name="adj" fmla="val 3333"/>
            </a:avLst>
          </a:prstGeom>
          <a:solidFill>
            <a:srgbClr val="EAF2F8"/>
          </a:solidFill>
          <a:ln w="12700">
            <a:solidFill>
              <a:srgbClr val="D5E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3434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</a:rPr>
              <a:t>Key message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426110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Focus the proposal on the commercial outcome: more opportunities, faster decisions and a clearer path to growth.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Commercial outline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pricing easy to understand and tied to the value discussion.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694944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0116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324F"/>
                </a:solidFill>
              </a:rPr>
              <a:t>Initial engagement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834640" y="201168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184"/>
                </a:solidFill>
              </a:rPr>
              <a:t>90-day pilot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23560" y="1993392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78424" y="2066544"/>
            <a:ext cx="12161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E79"/>
                </a:solidFill>
              </a:rPr>
              <a:t>Recommended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51560" y="29718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324F"/>
                </a:solidFill>
              </a:rPr>
              <a:t>Business review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34640" y="297180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184"/>
                </a:solidFill>
              </a:rPr>
              <a:t>Monthly review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23560" y="2953512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78424" y="3026664"/>
            <a:ext cx="12161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07386"/>
                </a:solidFill>
              </a:rPr>
              <a:t>Included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51560" y="39319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324F"/>
                </a:solidFill>
              </a:rPr>
              <a:t>Next phase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34640" y="393192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184"/>
                </a:solidFill>
              </a:rPr>
              <a:t>Scale based on results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23560" y="3913632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78424" y="3986784"/>
            <a:ext cx="12161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07386"/>
                </a:solidFill>
              </a:rPr>
              <a:t>To discuss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3246120" cy="3611880"/>
          </a:xfrm>
          <a:prstGeom prst="roundRect">
            <a:avLst>
              <a:gd name="adj" fmla="val 169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21945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Use this slide to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anchor the decision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12480" y="33375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1F8"/>
                </a:solidFill>
              </a:rPr>
              <a:t>Keep the offer simple: what happens first, what is included, and what comes next.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the meeting into a concrete action plan.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594360" cy="594360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201168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Confirm objectives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2004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184"/>
                </a:solidFill>
              </a:rPr>
              <a:t>Agree on the business outcomes and decision makers.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463040" y="2121408"/>
            <a:ext cx="2651760" cy="0"/>
          </a:xfrm>
          <a:prstGeom prst="line">
            <a:avLst/>
          </a:prstGeom>
          <a:noFill/>
          <a:ln w="19050">
            <a:solidFill>
              <a:srgbClr val="B9C9D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434840" y="1828800"/>
            <a:ext cx="594360" cy="594360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201168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3484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Set the first 30 days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34840" y="32004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184"/>
                </a:solidFill>
              </a:rPr>
              <a:t>Choose the first priorities, owners and milestones.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20640" y="2121408"/>
            <a:ext cx="2651760" cy="0"/>
          </a:xfrm>
          <a:prstGeom prst="line">
            <a:avLst/>
          </a:prstGeom>
          <a:noFill/>
          <a:ln w="19050">
            <a:solidFill>
              <a:srgbClr val="B9C9D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092440" y="1828800"/>
            <a:ext cx="594360" cy="594360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57032" y="201168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9244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Schedule the review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92440" y="32004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184"/>
                </a:solidFill>
              </a:rPr>
              <a:t>Book the first performance check-in.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4892040"/>
            <a:ext cx="10469880" cy="685800"/>
          </a:xfrm>
          <a:prstGeom prst="roundRect">
            <a:avLst>
              <a:gd name="adj" fmla="val 6667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102352"/>
            <a:ext cx="982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The goal of the first meeting is not to finish the proposal — it is to agree on the next decision.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Get Started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Proposal – Get Started</dc:title>
  <dc:subject>Business proposal starter template</dc:subject>
  <dc:creator>Get Started</dc:creator>
  <cp:lastModifiedBy>Get Started</cp:lastModifiedBy>
  <cp:revision>1</cp:revision>
  <dcterms:created xsi:type="dcterms:W3CDTF">2026-09-09T09:02:31Z</dcterms:created>
  <dcterms:modified xsi:type="dcterms:W3CDTF">2026-09-09T09:02:31Z</dcterms:modified>
</cp:coreProperties>
</file>